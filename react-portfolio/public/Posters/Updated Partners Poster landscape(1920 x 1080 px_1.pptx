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Hammersmith One" panose="02010703030501060504" pitchFamily="2" charset="0"/>
      <p:regular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78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font" Target="fonts/font1.fntdata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jpeg"/><Relationship Id="rId21" Type="http://schemas.openxmlformats.org/officeDocument/2006/relationships/image" Target="../media/image20.svg"/><Relationship Id="rId7" Type="http://schemas.openxmlformats.org/officeDocument/2006/relationships/image" Target="../media/image6.jpe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jpeg"/><Relationship Id="rId16" Type="http://schemas.openxmlformats.org/officeDocument/2006/relationships/image" Target="../media/image15.jpeg"/><Relationship Id="rId20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jpeg"/><Relationship Id="rId19" Type="http://schemas.openxmlformats.org/officeDocument/2006/relationships/image" Target="../media/image18.png"/><Relationship Id="rId4" Type="http://schemas.openxmlformats.org/officeDocument/2006/relationships/image" Target="../media/image3.jpe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888" b="-5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116" y="4872010"/>
            <a:ext cx="18261767" cy="4721638"/>
            <a:chOff x="0" y="0"/>
            <a:chExt cx="4809684" cy="12435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09684" cy="1243559"/>
            </a:xfrm>
            <a:custGeom>
              <a:avLst/>
              <a:gdLst/>
              <a:ahLst/>
              <a:cxnLst/>
              <a:rect l="l" t="t" r="r" b="b"/>
              <a:pathLst>
                <a:path w="4809684" h="1243559">
                  <a:moveTo>
                    <a:pt x="0" y="0"/>
                  </a:moveTo>
                  <a:lnTo>
                    <a:pt x="4809684" y="0"/>
                  </a:lnTo>
                  <a:lnTo>
                    <a:pt x="4809684" y="1243559"/>
                  </a:lnTo>
                  <a:lnTo>
                    <a:pt x="0" y="1243559"/>
                  </a:lnTo>
                  <a:close/>
                </a:path>
              </a:pathLst>
            </a:custGeom>
            <a:solidFill>
              <a:srgbClr val="FFFFFF">
                <a:alpha val="92941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09684" cy="12911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198245">
            <a:off x="-497232" y="5514859"/>
            <a:ext cx="20146215" cy="5284247"/>
            <a:chOff x="0" y="0"/>
            <a:chExt cx="6632499" cy="17396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32499" cy="1739670"/>
            </a:xfrm>
            <a:custGeom>
              <a:avLst/>
              <a:gdLst/>
              <a:ahLst/>
              <a:cxnLst/>
              <a:rect l="l" t="t" r="r" b="b"/>
              <a:pathLst>
                <a:path w="6632499" h="1739670">
                  <a:moveTo>
                    <a:pt x="0" y="0"/>
                  </a:moveTo>
                  <a:lnTo>
                    <a:pt x="6632499" y="0"/>
                  </a:lnTo>
                  <a:lnTo>
                    <a:pt x="6632499" y="1739670"/>
                  </a:lnTo>
                  <a:lnTo>
                    <a:pt x="0" y="173967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76200" cap="sq">
              <a:solidFill>
                <a:srgbClr val="F8A812">
                  <a:alpha val="0"/>
                </a:srgbClr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6632499" cy="1768245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2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" y="9593647"/>
            <a:ext cx="18288002" cy="707852"/>
            <a:chOff x="0" y="0"/>
            <a:chExt cx="6296631" cy="31414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296631" cy="314142"/>
            </a:xfrm>
            <a:custGeom>
              <a:avLst/>
              <a:gdLst/>
              <a:ahLst/>
              <a:cxnLst/>
              <a:rect l="l" t="t" r="r" b="b"/>
              <a:pathLst>
                <a:path w="6296631" h="314142">
                  <a:moveTo>
                    <a:pt x="0" y="0"/>
                  </a:moveTo>
                  <a:lnTo>
                    <a:pt x="6296631" y="0"/>
                  </a:lnTo>
                  <a:lnTo>
                    <a:pt x="6296631" y="314142"/>
                  </a:lnTo>
                  <a:lnTo>
                    <a:pt x="0" y="314142"/>
                  </a:lnTo>
                  <a:close/>
                </a:path>
              </a:pathLst>
            </a:custGeom>
            <a:solidFill>
              <a:srgbClr val="F8A812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6296631" cy="342717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066938" y="4876546"/>
            <a:ext cx="8154124" cy="746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03"/>
              </a:lnSpc>
              <a:spcBef>
                <a:spcPct val="0"/>
              </a:spcBef>
            </a:pPr>
            <a:r>
              <a:rPr lang="en-US" sz="4359">
                <a:solidFill>
                  <a:srgbClr val="F8A812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OUR PARTNERS</a:t>
            </a:r>
          </a:p>
        </p:txBody>
      </p:sp>
      <p:sp>
        <p:nvSpPr>
          <p:cNvPr id="13" name="AutoShape 13"/>
          <p:cNvSpPr/>
          <p:nvPr/>
        </p:nvSpPr>
        <p:spPr>
          <a:xfrm>
            <a:off x="2952969" y="5195458"/>
            <a:ext cx="2432663" cy="0"/>
          </a:xfrm>
          <a:prstGeom prst="line">
            <a:avLst/>
          </a:prstGeom>
          <a:ln w="28575" cap="flat">
            <a:solidFill>
              <a:srgbClr val="F8A81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13117068" y="5181171"/>
            <a:ext cx="2162628" cy="0"/>
          </a:xfrm>
          <a:prstGeom prst="line">
            <a:avLst/>
          </a:prstGeom>
          <a:ln w="28575" cap="flat">
            <a:solidFill>
              <a:srgbClr val="F8A81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Freeform 15"/>
          <p:cNvSpPr/>
          <p:nvPr/>
        </p:nvSpPr>
        <p:spPr>
          <a:xfrm>
            <a:off x="11705750" y="5889023"/>
            <a:ext cx="1738661" cy="1541975"/>
          </a:xfrm>
          <a:custGeom>
            <a:avLst/>
            <a:gdLst/>
            <a:ahLst/>
            <a:cxnLst/>
            <a:rect l="l" t="t" r="r" b="b"/>
            <a:pathLst>
              <a:path w="1738661" h="1541975">
                <a:moveTo>
                  <a:pt x="0" y="0"/>
                </a:moveTo>
                <a:lnTo>
                  <a:pt x="1738661" y="0"/>
                </a:lnTo>
                <a:lnTo>
                  <a:pt x="1738661" y="1541975"/>
                </a:lnTo>
                <a:lnTo>
                  <a:pt x="0" y="15419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3882561" y="6058043"/>
            <a:ext cx="2023338" cy="1203936"/>
          </a:xfrm>
          <a:custGeom>
            <a:avLst/>
            <a:gdLst/>
            <a:ahLst/>
            <a:cxnLst/>
            <a:rect l="l" t="t" r="r" b="b"/>
            <a:pathLst>
              <a:path w="2023338" h="1203936">
                <a:moveTo>
                  <a:pt x="0" y="0"/>
                </a:moveTo>
                <a:lnTo>
                  <a:pt x="2023338" y="0"/>
                </a:lnTo>
                <a:lnTo>
                  <a:pt x="2023338" y="1203935"/>
                </a:lnTo>
                <a:lnTo>
                  <a:pt x="0" y="12039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66379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6344049" y="5973570"/>
            <a:ext cx="1720742" cy="1372880"/>
          </a:xfrm>
          <a:custGeom>
            <a:avLst/>
            <a:gdLst/>
            <a:ahLst/>
            <a:cxnLst/>
            <a:rect l="l" t="t" r="r" b="b"/>
            <a:pathLst>
              <a:path w="1720742" h="1372880">
                <a:moveTo>
                  <a:pt x="0" y="0"/>
                </a:moveTo>
                <a:lnTo>
                  <a:pt x="1720742" y="0"/>
                </a:lnTo>
                <a:lnTo>
                  <a:pt x="1720742" y="1372880"/>
                </a:lnTo>
                <a:lnTo>
                  <a:pt x="0" y="13728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319559" y="8079878"/>
            <a:ext cx="17648882" cy="1313744"/>
            <a:chOff x="0" y="0"/>
            <a:chExt cx="23531843" cy="1751659"/>
          </a:xfrm>
        </p:grpSpPr>
        <p:sp>
          <p:nvSpPr>
            <p:cNvPr id="19" name="Freeform 19"/>
            <p:cNvSpPr/>
            <p:nvPr/>
          </p:nvSpPr>
          <p:spPr>
            <a:xfrm>
              <a:off x="0" y="130392"/>
              <a:ext cx="4251010" cy="1490876"/>
            </a:xfrm>
            <a:custGeom>
              <a:avLst/>
              <a:gdLst/>
              <a:ahLst/>
              <a:cxnLst/>
              <a:rect l="l" t="t" r="r" b="b"/>
              <a:pathLst>
                <a:path w="4251010" h="1490876">
                  <a:moveTo>
                    <a:pt x="0" y="0"/>
                  </a:moveTo>
                  <a:lnTo>
                    <a:pt x="4251010" y="0"/>
                  </a:lnTo>
                  <a:lnTo>
                    <a:pt x="4251010" y="1490875"/>
                  </a:lnTo>
                  <a:lnTo>
                    <a:pt x="0" y="1490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18358243" y="80749"/>
              <a:ext cx="1590160" cy="1590160"/>
            </a:xfrm>
            <a:custGeom>
              <a:avLst/>
              <a:gdLst/>
              <a:ahLst/>
              <a:cxnLst/>
              <a:rect l="l" t="t" r="r" b="b"/>
              <a:pathLst>
                <a:path w="1590160" h="1590160">
                  <a:moveTo>
                    <a:pt x="0" y="0"/>
                  </a:moveTo>
                  <a:lnTo>
                    <a:pt x="1590160" y="0"/>
                  </a:lnTo>
                  <a:lnTo>
                    <a:pt x="1590160" y="1590161"/>
                  </a:lnTo>
                  <a:lnTo>
                    <a:pt x="0" y="159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>
              <a:off x="4959107" y="286450"/>
              <a:ext cx="2968260" cy="1178759"/>
            </a:xfrm>
            <a:custGeom>
              <a:avLst/>
              <a:gdLst/>
              <a:ahLst/>
              <a:cxnLst/>
              <a:rect l="l" t="t" r="r" b="b"/>
              <a:pathLst>
                <a:path w="2968260" h="1178759">
                  <a:moveTo>
                    <a:pt x="0" y="0"/>
                  </a:moveTo>
                  <a:lnTo>
                    <a:pt x="2968260" y="0"/>
                  </a:lnTo>
                  <a:lnTo>
                    <a:pt x="2968260" y="1178759"/>
                  </a:lnTo>
                  <a:lnTo>
                    <a:pt x="0" y="1178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75906" b="-75906"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20646436" y="80900"/>
              <a:ext cx="2885406" cy="1589859"/>
            </a:xfrm>
            <a:custGeom>
              <a:avLst/>
              <a:gdLst/>
              <a:ahLst/>
              <a:cxnLst/>
              <a:rect l="l" t="t" r="r" b="b"/>
              <a:pathLst>
                <a:path w="2885406" h="1589859">
                  <a:moveTo>
                    <a:pt x="0" y="0"/>
                  </a:moveTo>
                  <a:lnTo>
                    <a:pt x="2885407" y="0"/>
                  </a:lnTo>
                  <a:lnTo>
                    <a:pt x="2885407" y="1589859"/>
                  </a:lnTo>
                  <a:lnTo>
                    <a:pt x="0" y="1589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11173727" y="264828"/>
              <a:ext cx="6431599" cy="1222004"/>
            </a:xfrm>
            <a:custGeom>
              <a:avLst/>
              <a:gdLst/>
              <a:ahLst/>
              <a:cxnLst/>
              <a:rect l="l" t="t" r="r" b="b"/>
              <a:pathLst>
                <a:path w="6431599" h="1222004">
                  <a:moveTo>
                    <a:pt x="0" y="0"/>
                  </a:moveTo>
                  <a:lnTo>
                    <a:pt x="6431598" y="0"/>
                  </a:lnTo>
                  <a:lnTo>
                    <a:pt x="6431598" y="1222003"/>
                  </a:lnTo>
                  <a:lnTo>
                    <a:pt x="0" y="12220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>
              <a:off x="8635464" y="0"/>
              <a:ext cx="1785345" cy="1751659"/>
            </a:xfrm>
            <a:custGeom>
              <a:avLst/>
              <a:gdLst/>
              <a:ahLst/>
              <a:cxnLst/>
              <a:rect l="l" t="t" r="r" b="b"/>
              <a:pathLst>
                <a:path w="1785345" h="1751659">
                  <a:moveTo>
                    <a:pt x="0" y="0"/>
                  </a:moveTo>
                  <a:lnTo>
                    <a:pt x="1785345" y="0"/>
                  </a:lnTo>
                  <a:lnTo>
                    <a:pt x="1785345" y="1751659"/>
                  </a:lnTo>
                  <a:lnTo>
                    <a:pt x="0" y="17516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sp>
        <p:nvSpPr>
          <p:cNvPr id="25" name="Freeform 25"/>
          <p:cNvSpPr/>
          <p:nvPr/>
        </p:nvSpPr>
        <p:spPr>
          <a:xfrm>
            <a:off x="2363042" y="5789022"/>
            <a:ext cx="1605107" cy="1741976"/>
          </a:xfrm>
          <a:custGeom>
            <a:avLst/>
            <a:gdLst/>
            <a:ahLst/>
            <a:cxnLst/>
            <a:rect l="l" t="t" r="r" b="b"/>
            <a:pathLst>
              <a:path w="1605107" h="1741976">
                <a:moveTo>
                  <a:pt x="0" y="0"/>
                </a:moveTo>
                <a:lnTo>
                  <a:pt x="1605107" y="0"/>
                </a:lnTo>
                <a:lnTo>
                  <a:pt x="1605107" y="1741976"/>
                </a:lnTo>
                <a:lnTo>
                  <a:pt x="0" y="174197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391060" y="5969457"/>
            <a:ext cx="1531621" cy="1381107"/>
          </a:xfrm>
          <a:custGeom>
            <a:avLst/>
            <a:gdLst/>
            <a:ahLst/>
            <a:cxnLst/>
            <a:rect l="l" t="t" r="r" b="b"/>
            <a:pathLst>
              <a:path w="1531621" h="1381107">
                <a:moveTo>
                  <a:pt x="0" y="0"/>
                </a:moveTo>
                <a:lnTo>
                  <a:pt x="1531621" y="0"/>
                </a:lnTo>
                <a:lnTo>
                  <a:pt x="1531621" y="1381107"/>
                </a:lnTo>
                <a:lnTo>
                  <a:pt x="0" y="138110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6697" b="-6697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9473647" y="5916551"/>
            <a:ext cx="1731350" cy="1486920"/>
          </a:xfrm>
          <a:custGeom>
            <a:avLst/>
            <a:gdLst/>
            <a:ahLst/>
            <a:cxnLst/>
            <a:rect l="l" t="t" r="r" b="b"/>
            <a:pathLst>
              <a:path w="1731350" h="1486920">
                <a:moveTo>
                  <a:pt x="0" y="0"/>
                </a:moveTo>
                <a:lnTo>
                  <a:pt x="1731350" y="0"/>
                </a:lnTo>
                <a:lnTo>
                  <a:pt x="1731350" y="1486919"/>
                </a:lnTo>
                <a:lnTo>
                  <a:pt x="0" y="148691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5648" r="-640"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7148956" y="5969457"/>
            <a:ext cx="1683991" cy="1381107"/>
          </a:xfrm>
          <a:custGeom>
            <a:avLst/>
            <a:gdLst/>
            <a:ahLst/>
            <a:cxnLst/>
            <a:rect l="l" t="t" r="r" b="b"/>
            <a:pathLst>
              <a:path w="1683991" h="1381107">
                <a:moveTo>
                  <a:pt x="0" y="0"/>
                </a:moveTo>
                <a:lnTo>
                  <a:pt x="1683991" y="0"/>
                </a:lnTo>
                <a:lnTo>
                  <a:pt x="1683991" y="1381107"/>
                </a:lnTo>
                <a:lnTo>
                  <a:pt x="0" y="138110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4406299" y="5735634"/>
            <a:ext cx="1958668" cy="1958668"/>
          </a:xfrm>
          <a:custGeom>
            <a:avLst/>
            <a:gdLst/>
            <a:ahLst/>
            <a:cxnLst/>
            <a:rect l="l" t="t" r="r" b="b"/>
            <a:pathLst>
              <a:path w="1958668" h="1958668">
                <a:moveTo>
                  <a:pt x="0" y="0"/>
                </a:moveTo>
                <a:lnTo>
                  <a:pt x="1958667" y="0"/>
                </a:lnTo>
                <a:lnTo>
                  <a:pt x="1958667" y="1958668"/>
                </a:lnTo>
                <a:lnTo>
                  <a:pt x="0" y="195866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0" name="AutoShape 30"/>
          <p:cNvSpPr/>
          <p:nvPr/>
        </p:nvSpPr>
        <p:spPr>
          <a:xfrm>
            <a:off x="6449288" y="5573524"/>
            <a:ext cx="5389424" cy="0"/>
          </a:xfrm>
          <a:prstGeom prst="line">
            <a:avLst/>
          </a:prstGeom>
          <a:ln w="28575" cap="flat">
            <a:solidFill>
              <a:srgbClr val="F8A81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Freeform 31"/>
          <p:cNvSpPr/>
          <p:nvPr/>
        </p:nvSpPr>
        <p:spPr>
          <a:xfrm>
            <a:off x="-158506" y="-152623"/>
            <a:ext cx="18539460" cy="2131126"/>
          </a:xfrm>
          <a:custGeom>
            <a:avLst/>
            <a:gdLst/>
            <a:ahLst/>
            <a:cxnLst/>
            <a:rect l="l" t="t" r="r" b="b"/>
            <a:pathLst>
              <a:path w="18539460" h="2131126">
                <a:moveTo>
                  <a:pt x="0" y="0"/>
                </a:moveTo>
                <a:lnTo>
                  <a:pt x="18539460" y="0"/>
                </a:lnTo>
                <a:lnTo>
                  <a:pt x="18539460" y="2131126"/>
                </a:lnTo>
                <a:lnTo>
                  <a:pt x="0" y="213112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t="-7684" b="-13139"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4725521" y="9758299"/>
            <a:ext cx="353492" cy="360707"/>
          </a:xfrm>
          <a:custGeom>
            <a:avLst/>
            <a:gdLst/>
            <a:ahLst/>
            <a:cxnLst/>
            <a:rect l="l" t="t" r="r" b="b"/>
            <a:pathLst>
              <a:path w="353492" h="360707">
                <a:moveTo>
                  <a:pt x="0" y="0"/>
                </a:moveTo>
                <a:lnTo>
                  <a:pt x="353492" y="0"/>
                </a:lnTo>
                <a:lnTo>
                  <a:pt x="353492" y="360707"/>
                </a:lnTo>
                <a:lnTo>
                  <a:pt x="0" y="360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grpSp>
        <p:nvGrpSpPr>
          <p:cNvPr id="33" name="Group 33"/>
          <p:cNvGrpSpPr/>
          <p:nvPr/>
        </p:nvGrpSpPr>
        <p:grpSpPr>
          <a:xfrm>
            <a:off x="10160125" y="9725069"/>
            <a:ext cx="4359800" cy="427167"/>
            <a:chOff x="0" y="0"/>
            <a:chExt cx="5813066" cy="569556"/>
          </a:xfrm>
        </p:grpSpPr>
        <p:sp>
          <p:nvSpPr>
            <p:cNvPr id="34" name="Freeform 34"/>
            <p:cNvSpPr/>
            <p:nvPr/>
          </p:nvSpPr>
          <p:spPr>
            <a:xfrm>
              <a:off x="1286816" y="0"/>
              <a:ext cx="569556" cy="569556"/>
            </a:xfrm>
            <a:custGeom>
              <a:avLst/>
              <a:gdLst/>
              <a:ahLst/>
              <a:cxnLst/>
              <a:rect l="l" t="t" r="r" b="b"/>
              <a:pathLst>
                <a:path w="569556" h="569556">
                  <a:moveTo>
                    <a:pt x="0" y="0"/>
                  </a:moveTo>
                  <a:lnTo>
                    <a:pt x="569556" y="0"/>
                  </a:lnTo>
                  <a:lnTo>
                    <a:pt x="569556" y="569556"/>
                  </a:lnTo>
                  <a:lnTo>
                    <a:pt x="0" y="569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24943"/>
              <a:ext cx="5813066" cy="4720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0"/>
                </a:lnSpc>
                <a:spcBef>
                  <a:spcPct val="0"/>
                </a:spcBef>
              </a:pPr>
              <a:r>
                <a:rPr lang="en-US" sz="2092">
                  <a:solidFill>
                    <a:srgbClr val="000000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@kihbt_rfti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575844" y="9745597"/>
            <a:ext cx="6830216" cy="386111"/>
            <a:chOff x="0" y="0"/>
            <a:chExt cx="9106955" cy="514814"/>
          </a:xfrm>
        </p:grpSpPr>
        <p:sp>
          <p:nvSpPr>
            <p:cNvPr id="37" name="Freeform 37"/>
            <p:cNvSpPr/>
            <p:nvPr/>
          </p:nvSpPr>
          <p:spPr>
            <a:xfrm>
              <a:off x="1932419" y="0"/>
              <a:ext cx="514814" cy="514814"/>
            </a:xfrm>
            <a:custGeom>
              <a:avLst/>
              <a:gdLst/>
              <a:ahLst/>
              <a:cxnLst/>
              <a:rect l="l" t="t" r="r" b="b"/>
              <a:pathLst>
                <a:path w="514814" h="514814">
                  <a:moveTo>
                    <a:pt x="0" y="0"/>
                  </a:moveTo>
                  <a:lnTo>
                    <a:pt x="514814" y="0"/>
                  </a:lnTo>
                  <a:lnTo>
                    <a:pt x="514814" y="514814"/>
                  </a:lnTo>
                  <a:lnTo>
                    <a:pt x="0" y="514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2428"/>
              <a:ext cx="9106955" cy="4720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0"/>
                </a:lnSpc>
                <a:spcBef>
                  <a:spcPct val="0"/>
                </a:spcBef>
              </a:pPr>
              <a:r>
                <a:rPr lang="en-US" sz="2092">
                  <a:solidFill>
                    <a:srgbClr val="000000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@KIHBT.RFTI.HIGHWAYS1</a:t>
              </a:r>
            </a:p>
          </p:txBody>
        </p:sp>
      </p:grpSp>
      <p:sp>
        <p:nvSpPr>
          <p:cNvPr id="39" name="Freeform 39"/>
          <p:cNvSpPr/>
          <p:nvPr/>
        </p:nvSpPr>
        <p:spPr>
          <a:xfrm>
            <a:off x="542768" y="9695687"/>
            <a:ext cx="485932" cy="485932"/>
          </a:xfrm>
          <a:custGeom>
            <a:avLst/>
            <a:gdLst/>
            <a:ahLst/>
            <a:cxnLst/>
            <a:rect l="l" t="t" r="r" b="b"/>
            <a:pathLst>
              <a:path w="485932" h="485932">
                <a:moveTo>
                  <a:pt x="0" y="0"/>
                </a:moveTo>
                <a:lnTo>
                  <a:pt x="485932" y="0"/>
                </a:lnTo>
                <a:lnTo>
                  <a:pt x="485932" y="485932"/>
                </a:lnTo>
                <a:lnTo>
                  <a:pt x="0" y="4859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40" name="TextBox 40"/>
          <p:cNvSpPr txBox="1"/>
          <p:nvPr/>
        </p:nvSpPr>
        <p:spPr>
          <a:xfrm>
            <a:off x="13882561" y="9731870"/>
            <a:ext cx="4359800" cy="365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0"/>
              </a:lnSpc>
              <a:spcBef>
                <a:spcPct val="0"/>
              </a:spcBef>
            </a:pPr>
            <a:r>
              <a:rPr lang="en-US" sz="209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@HighwaysRfti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723023" y="2538130"/>
            <a:ext cx="8841955" cy="1810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35"/>
              </a:lnSpc>
            </a:pPr>
            <a:r>
              <a:rPr lang="en-US" sz="5239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1st KIHBT International </a:t>
            </a:r>
          </a:p>
          <a:p>
            <a:pPr algn="ctr">
              <a:lnSpc>
                <a:spcPts val="7335"/>
              </a:lnSpc>
            </a:pPr>
            <a:r>
              <a:rPr lang="en-US" sz="5239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Research Conference 2026                     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07138" y="9731870"/>
            <a:ext cx="4359800" cy="365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0"/>
              </a:lnSpc>
              <a:spcBef>
                <a:spcPct val="0"/>
              </a:spcBef>
            </a:pPr>
            <a:r>
              <a:rPr lang="en-US" sz="209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www.conference.kihbt.ac.ke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Microsoft Office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Hammersmith One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Updated Partners Poster landscape(1920 x 1080 px_1</dc:title>
  <cp:lastModifiedBy>Shem Nyangate</cp:lastModifiedBy>
  <cp:revision>2</cp:revision>
  <dcterms:created xsi:type="dcterms:W3CDTF">2006-08-16T00:00:00Z</dcterms:created>
  <dcterms:modified xsi:type="dcterms:W3CDTF">2026-05-21T09:44:44Z</dcterms:modified>
  <dc:identifier>DAHKRkHeBNQ</dc:identifier>
</cp:coreProperties>
</file>