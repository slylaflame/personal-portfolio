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Hammersmith One" panose="02010703030501060504" pitchFamily="2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jpeg"/><Relationship Id="rId14" Type="http://schemas.openxmlformats.org/officeDocument/2006/relationships/image" Target="../media/image13.png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888" b="-5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16" y="4872010"/>
            <a:ext cx="18261767" cy="4721638"/>
            <a:chOff x="0" y="0"/>
            <a:chExt cx="4809684" cy="1243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9684" cy="1243559"/>
            </a:xfrm>
            <a:custGeom>
              <a:avLst/>
              <a:gdLst/>
              <a:ahLst/>
              <a:cxnLst/>
              <a:rect l="l" t="t" r="r" b="b"/>
              <a:pathLst>
                <a:path w="4809684" h="1243559">
                  <a:moveTo>
                    <a:pt x="0" y="0"/>
                  </a:moveTo>
                  <a:lnTo>
                    <a:pt x="4809684" y="0"/>
                  </a:lnTo>
                  <a:lnTo>
                    <a:pt x="4809684" y="1243559"/>
                  </a:lnTo>
                  <a:lnTo>
                    <a:pt x="0" y="1243559"/>
                  </a:lnTo>
                  <a:close/>
                </a:path>
              </a:pathLst>
            </a:custGeom>
            <a:solidFill>
              <a:srgbClr val="FFFFFF">
                <a:alpha val="9294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09684" cy="1291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98245">
            <a:off x="-497232" y="5514859"/>
            <a:ext cx="20146215" cy="5284247"/>
            <a:chOff x="0" y="0"/>
            <a:chExt cx="6632499" cy="17396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32499" cy="1739670"/>
            </a:xfrm>
            <a:custGeom>
              <a:avLst/>
              <a:gdLst/>
              <a:ahLst/>
              <a:cxnLst/>
              <a:rect l="l" t="t" r="r" b="b"/>
              <a:pathLst>
                <a:path w="6632499" h="1739670">
                  <a:moveTo>
                    <a:pt x="0" y="0"/>
                  </a:moveTo>
                  <a:lnTo>
                    <a:pt x="6632499" y="0"/>
                  </a:lnTo>
                  <a:lnTo>
                    <a:pt x="6632499" y="1739670"/>
                  </a:lnTo>
                  <a:lnTo>
                    <a:pt x="0" y="173967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76200" cap="sq">
              <a:solidFill>
                <a:srgbClr val="F8A812">
                  <a:alpha val="0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632499" cy="176824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" y="9593647"/>
            <a:ext cx="18288002" cy="707852"/>
            <a:chOff x="0" y="0"/>
            <a:chExt cx="6296631" cy="3141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96631" cy="314142"/>
            </a:xfrm>
            <a:custGeom>
              <a:avLst/>
              <a:gdLst/>
              <a:ahLst/>
              <a:cxnLst/>
              <a:rect l="l" t="t" r="r" b="b"/>
              <a:pathLst>
                <a:path w="6296631" h="314142">
                  <a:moveTo>
                    <a:pt x="0" y="0"/>
                  </a:moveTo>
                  <a:lnTo>
                    <a:pt x="6296631" y="0"/>
                  </a:lnTo>
                  <a:lnTo>
                    <a:pt x="6296631" y="314142"/>
                  </a:lnTo>
                  <a:lnTo>
                    <a:pt x="0" y="314142"/>
                  </a:lnTo>
                  <a:close/>
                </a:path>
              </a:pathLst>
            </a:custGeom>
            <a:solidFill>
              <a:srgbClr val="F8A81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296631" cy="342717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066938" y="4876546"/>
            <a:ext cx="8154124" cy="74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sz="4359">
                <a:solidFill>
                  <a:srgbClr val="F8A81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OUR PARTNERS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952969" y="5195458"/>
            <a:ext cx="2432663" cy="0"/>
          </a:xfrm>
          <a:prstGeom prst="line">
            <a:avLst/>
          </a:prstGeom>
          <a:ln w="28575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17068" y="5181171"/>
            <a:ext cx="2162628" cy="0"/>
          </a:xfrm>
          <a:prstGeom prst="line">
            <a:avLst/>
          </a:prstGeom>
          <a:ln w="28575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2829787" y="3280771"/>
            <a:ext cx="391275" cy="596228"/>
          </a:xfrm>
          <a:custGeom>
            <a:avLst/>
            <a:gdLst/>
            <a:ahLst/>
            <a:cxnLst/>
            <a:rect l="l" t="t" r="r" b="b"/>
            <a:pathLst>
              <a:path w="391275" h="596228">
                <a:moveTo>
                  <a:pt x="0" y="0"/>
                </a:moveTo>
                <a:lnTo>
                  <a:pt x="391275" y="0"/>
                </a:lnTo>
                <a:lnTo>
                  <a:pt x="391275" y="596228"/>
                </a:lnTo>
                <a:lnTo>
                  <a:pt x="0" y="596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829787" y="4169816"/>
            <a:ext cx="432326" cy="435493"/>
          </a:xfrm>
          <a:custGeom>
            <a:avLst/>
            <a:gdLst/>
            <a:ahLst/>
            <a:cxnLst/>
            <a:rect l="l" t="t" r="r" b="b"/>
            <a:pathLst>
              <a:path w="432326" h="435493">
                <a:moveTo>
                  <a:pt x="0" y="0"/>
                </a:moveTo>
                <a:lnTo>
                  <a:pt x="432326" y="0"/>
                </a:lnTo>
                <a:lnTo>
                  <a:pt x="432326" y="435494"/>
                </a:lnTo>
                <a:lnTo>
                  <a:pt x="0" y="435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705750" y="5889023"/>
            <a:ext cx="1738661" cy="1541975"/>
          </a:xfrm>
          <a:custGeom>
            <a:avLst/>
            <a:gdLst/>
            <a:ahLst/>
            <a:cxnLst/>
            <a:rect l="l" t="t" r="r" b="b"/>
            <a:pathLst>
              <a:path w="1738661" h="1541975">
                <a:moveTo>
                  <a:pt x="0" y="0"/>
                </a:moveTo>
                <a:lnTo>
                  <a:pt x="1738661" y="0"/>
                </a:lnTo>
                <a:lnTo>
                  <a:pt x="1738661" y="1541975"/>
                </a:lnTo>
                <a:lnTo>
                  <a:pt x="0" y="1541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882561" y="6058043"/>
            <a:ext cx="2023338" cy="1203936"/>
          </a:xfrm>
          <a:custGeom>
            <a:avLst/>
            <a:gdLst/>
            <a:ahLst/>
            <a:cxnLst/>
            <a:rect l="l" t="t" r="r" b="b"/>
            <a:pathLst>
              <a:path w="2023338" h="1203936">
                <a:moveTo>
                  <a:pt x="0" y="0"/>
                </a:moveTo>
                <a:lnTo>
                  <a:pt x="2023338" y="0"/>
                </a:lnTo>
                <a:lnTo>
                  <a:pt x="2023338" y="1203935"/>
                </a:lnTo>
                <a:lnTo>
                  <a:pt x="0" y="1203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6637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344049" y="5973570"/>
            <a:ext cx="1720742" cy="1372880"/>
          </a:xfrm>
          <a:custGeom>
            <a:avLst/>
            <a:gdLst/>
            <a:ahLst/>
            <a:cxnLst/>
            <a:rect l="l" t="t" r="r" b="b"/>
            <a:pathLst>
              <a:path w="1720742" h="1372880">
                <a:moveTo>
                  <a:pt x="0" y="0"/>
                </a:moveTo>
                <a:lnTo>
                  <a:pt x="1720742" y="0"/>
                </a:lnTo>
                <a:lnTo>
                  <a:pt x="1720742" y="1372880"/>
                </a:lnTo>
                <a:lnTo>
                  <a:pt x="0" y="13728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319559" y="8079878"/>
            <a:ext cx="17648882" cy="1313744"/>
            <a:chOff x="0" y="0"/>
            <a:chExt cx="23531843" cy="1751659"/>
          </a:xfrm>
        </p:grpSpPr>
        <p:sp>
          <p:nvSpPr>
            <p:cNvPr id="21" name="Freeform 21"/>
            <p:cNvSpPr/>
            <p:nvPr/>
          </p:nvSpPr>
          <p:spPr>
            <a:xfrm>
              <a:off x="0" y="130392"/>
              <a:ext cx="4251010" cy="1490876"/>
            </a:xfrm>
            <a:custGeom>
              <a:avLst/>
              <a:gdLst/>
              <a:ahLst/>
              <a:cxnLst/>
              <a:rect l="l" t="t" r="r" b="b"/>
              <a:pathLst>
                <a:path w="4251010" h="1490876">
                  <a:moveTo>
                    <a:pt x="0" y="0"/>
                  </a:moveTo>
                  <a:lnTo>
                    <a:pt x="4251010" y="0"/>
                  </a:lnTo>
                  <a:lnTo>
                    <a:pt x="4251010" y="1490875"/>
                  </a:lnTo>
                  <a:lnTo>
                    <a:pt x="0" y="1490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8358243" y="80749"/>
              <a:ext cx="1590160" cy="1590160"/>
            </a:xfrm>
            <a:custGeom>
              <a:avLst/>
              <a:gdLst/>
              <a:ahLst/>
              <a:cxnLst/>
              <a:rect l="l" t="t" r="r" b="b"/>
              <a:pathLst>
                <a:path w="1590160" h="1590160">
                  <a:moveTo>
                    <a:pt x="0" y="0"/>
                  </a:moveTo>
                  <a:lnTo>
                    <a:pt x="1590160" y="0"/>
                  </a:lnTo>
                  <a:lnTo>
                    <a:pt x="1590160" y="1590161"/>
                  </a:lnTo>
                  <a:lnTo>
                    <a:pt x="0" y="159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4959107" y="286450"/>
              <a:ext cx="2968260" cy="1178759"/>
            </a:xfrm>
            <a:custGeom>
              <a:avLst/>
              <a:gdLst/>
              <a:ahLst/>
              <a:cxnLst/>
              <a:rect l="l" t="t" r="r" b="b"/>
              <a:pathLst>
                <a:path w="2968260" h="1178759">
                  <a:moveTo>
                    <a:pt x="0" y="0"/>
                  </a:moveTo>
                  <a:lnTo>
                    <a:pt x="2968260" y="0"/>
                  </a:lnTo>
                  <a:lnTo>
                    <a:pt x="2968260" y="1178759"/>
                  </a:lnTo>
                  <a:lnTo>
                    <a:pt x="0" y="1178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5906" b="-75906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20646436" y="80900"/>
              <a:ext cx="2885406" cy="1589859"/>
            </a:xfrm>
            <a:custGeom>
              <a:avLst/>
              <a:gdLst/>
              <a:ahLst/>
              <a:cxnLst/>
              <a:rect l="l" t="t" r="r" b="b"/>
              <a:pathLst>
                <a:path w="2885406" h="1589859">
                  <a:moveTo>
                    <a:pt x="0" y="0"/>
                  </a:moveTo>
                  <a:lnTo>
                    <a:pt x="2885407" y="0"/>
                  </a:lnTo>
                  <a:lnTo>
                    <a:pt x="2885407" y="1589859"/>
                  </a:lnTo>
                  <a:lnTo>
                    <a:pt x="0" y="1589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1173727" y="264828"/>
              <a:ext cx="6431599" cy="1222004"/>
            </a:xfrm>
            <a:custGeom>
              <a:avLst/>
              <a:gdLst/>
              <a:ahLst/>
              <a:cxnLst/>
              <a:rect l="l" t="t" r="r" b="b"/>
              <a:pathLst>
                <a:path w="6431599" h="1222004">
                  <a:moveTo>
                    <a:pt x="0" y="0"/>
                  </a:moveTo>
                  <a:lnTo>
                    <a:pt x="6431598" y="0"/>
                  </a:lnTo>
                  <a:lnTo>
                    <a:pt x="6431598" y="1222003"/>
                  </a:lnTo>
                  <a:lnTo>
                    <a:pt x="0" y="1222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8635464" y="0"/>
              <a:ext cx="1785345" cy="1751659"/>
            </a:xfrm>
            <a:custGeom>
              <a:avLst/>
              <a:gdLst/>
              <a:ahLst/>
              <a:cxnLst/>
              <a:rect l="l" t="t" r="r" b="b"/>
              <a:pathLst>
                <a:path w="1785345" h="1751659">
                  <a:moveTo>
                    <a:pt x="0" y="0"/>
                  </a:moveTo>
                  <a:lnTo>
                    <a:pt x="1785345" y="0"/>
                  </a:lnTo>
                  <a:lnTo>
                    <a:pt x="1785345" y="1751659"/>
                  </a:lnTo>
                  <a:lnTo>
                    <a:pt x="0" y="1751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>
            <a:off x="2363042" y="5789022"/>
            <a:ext cx="1605107" cy="1741976"/>
          </a:xfrm>
          <a:custGeom>
            <a:avLst/>
            <a:gdLst/>
            <a:ahLst/>
            <a:cxnLst/>
            <a:rect l="l" t="t" r="r" b="b"/>
            <a:pathLst>
              <a:path w="1605107" h="1741976">
                <a:moveTo>
                  <a:pt x="0" y="0"/>
                </a:moveTo>
                <a:lnTo>
                  <a:pt x="1605107" y="0"/>
                </a:lnTo>
                <a:lnTo>
                  <a:pt x="1605107" y="1741976"/>
                </a:lnTo>
                <a:lnTo>
                  <a:pt x="0" y="1741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91060" y="5969457"/>
            <a:ext cx="1531621" cy="1381107"/>
          </a:xfrm>
          <a:custGeom>
            <a:avLst/>
            <a:gdLst/>
            <a:ahLst/>
            <a:cxnLst/>
            <a:rect l="l" t="t" r="r" b="b"/>
            <a:pathLst>
              <a:path w="1531621" h="1381107">
                <a:moveTo>
                  <a:pt x="0" y="0"/>
                </a:moveTo>
                <a:lnTo>
                  <a:pt x="1531621" y="0"/>
                </a:lnTo>
                <a:lnTo>
                  <a:pt x="1531621" y="1381107"/>
                </a:lnTo>
                <a:lnTo>
                  <a:pt x="0" y="13811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6697" b="-6697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473647" y="5916551"/>
            <a:ext cx="1731350" cy="1486920"/>
          </a:xfrm>
          <a:custGeom>
            <a:avLst/>
            <a:gdLst/>
            <a:ahLst/>
            <a:cxnLst/>
            <a:rect l="l" t="t" r="r" b="b"/>
            <a:pathLst>
              <a:path w="1731350" h="1486920">
                <a:moveTo>
                  <a:pt x="0" y="0"/>
                </a:moveTo>
                <a:lnTo>
                  <a:pt x="1731350" y="0"/>
                </a:lnTo>
                <a:lnTo>
                  <a:pt x="1731350" y="1486919"/>
                </a:lnTo>
                <a:lnTo>
                  <a:pt x="0" y="1486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648" r="-640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148956" y="5969457"/>
            <a:ext cx="1683991" cy="1381107"/>
          </a:xfrm>
          <a:custGeom>
            <a:avLst/>
            <a:gdLst/>
            <a:ahLst/>
            <a:cxnLst/>
            <a:rect l="l" t="t" r="r" b="b"/>
            <a:pathLst>
              <a:path w="1683991" h="1381107">
                <a:moveTo>
                  <a:pt x="0" y="0"/>
                </a:moveTo>
                <a:lnTo>
                  <a:pt x="1683991" y="0"/>
                </a:lnTo>
                <a:lnTo>
                  <a:pt x="1683991" y="1381107"/>
                </a:lnTo>
                <a:lnTo>
                  <a:pt x="0" y="138110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4406299" y="5735634"/>
            <a:ext cx="1958668" cy="1958668"/>
          </a:xfrm>
          <a:custGeom>
            <a:avLst/>
            <a:gdLst/>
            <a:ahLst/>
            <a:cxnLst/>
            <a:rect l="l" t="t" r="r" b="b"/>
            <a:pathLst>
              <a:path w="1958668" h="1958668">
                <a:moveTo>
                  <a:pt x="0" y="0"/>
                </a:moveTo>
                <a:lnTo>
                  <a:pt x="1958667" y="0"/>
                </a:lnTo>
                <a:lnTo>
                  <a:pt x="1958667" y="1958668"/>
                </a:lnTo>
                <a:lnTo>
                  <a:pt x="0" y="19586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AutoShape 32"/>
          <p:cNvSpPr/>
          <p:nvPr/>
        </p:nvSpPr>
        <p:spPr>
          <a:xfrm>
            <a:off x="6449288" y="5573524"/>
            <a:ext cx="5389424" cy="0"/>
          </a:xfrm>
          <a:prstGeom prst="line">
            <a:avLst/>
          </a:prstGeom>
          <a:ln w="28575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-158506" y="-152623"/>
            <a:ext cx="18539460" cy="2131126"/>
          </a:xfrm>
          <a:custGeom>
            <a:avLst/>
            <a:gdLst/>
            <a:ahLst/>
            <a:cxnLst/>
            <a:rect l="l" t="t" r="r" b="b"/>
            <a:pathLst>
              <a:path w="18539460" h="2131126">
                <a:moveTo>
                  <a:pt x="0" y="0"/>
                </a:moveTo>
                <a:lnTo>
                  <a:pt x="18539460" y="0"/>
                </a:lnTo>
                <a:lnTo>
                  <a:pt x="18539460" y="2131126"/>
                </a:lnTo>
                <a:lnTo>
                  <a:pt x="0" y="213112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7684" b="-13139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725521" y="9758299"/>
            <a:ext cx="353492" cy="360707"/>
          </a:xfrm>
          <a:custGeom>
            <a:avLst/>
            <a:gdLst/>
            <a:ahLst/>
            <a:cxnLst/>
            <a:rect l="l" t="t" r="r" b="b"/>
            <a:pathLst>
              <a:path w="353492" h="360707">
                <a:moveTo>
                  <a:pt x="0" y="0"/>
                </a:moveTo>
                <a:lnTo>
                  <a:pt x="353492" y="0"/>
                </a:lnTo>
                <a:lnTo>
                  <a:pt x="353492" y="360707"/>
                </a:lnTo>
                <a:lnTo>
                  <a:pt x="0" y="3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0160125" y="9725069"/>
            <a:ext cx="4359800" cy="427167"/>
            <a:chOff x="0" y="0"/>
            <a:chExt cx="5813066" cy="569556"/>
          </a:xfrm>
        </p:grpSpPr>
        <p:sp>
          <p:nvSpPr>
            <p:cNvPr id="36" name="Freeform 36"/>
            <p:cNvSpPr/>
            <p:nvPr/>
          </p:nvSpPr>
          <p:spPr>
            <a:xfrm>
              <a:off x="1286816" y="0"/>
              <a:ext cx="569556" cy="569556"/>
            </a:xfrm>
            <a:custGeom>
              <a:avLst/>
              <a:gdLst/>
              <a:ahLst/>
              <a:cxnLst/>
              <a:rect l="l" t="t" r="r" b="b"/>
              <a:pathLst>
                <a:path w="569556" h="569556">
                  <a:moveTo>
                    <a:pt x="0" y="0"/>
                  </a:moveTo>
                  <a:lnTo>
                    <a:pt x="569556" y="0"/>
                  </a:lnTo>
                  <a:lnTo>
                    <a:pt x="569556" y="569556"/>
                  </a:lnTo>
                  <a:lnTo>
                    <a:pt x="0" y="569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24943"/>
              <a:ext cx="5813066" cy="47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  <a:spcBef>
                  <a:spcPct val="0"/>
                </a:spcBef>
              </a:pPr>
              <a:r>
                <a:rPr lang="en-US" sz="2092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@kihbt_rfti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5844" y="9745597"/>
            <a:ext cx="6830216" cy="386111"/>
            <a:chOff x="0" y="0"/>
            <a:chExt cx="9106955" cy="514814"/>
          </a:xfrm>
        </p:grpSpPr>
        <p:sp>
          <p:nvSpPr>
            <p:cNvPr id="39" name="Freeform 39"/>
            <p:cNvSpPr/>
            <p:nvPr/>
          </p:nvSpPr>
          <p:spPr>
            <a:xfrm>
              <a:off x="1932419" y="0"/>
              <a:ext cx="514814" cy="514814"/>
            </a:xfrm>
            <a:custGeom>
              <a:avLst/>
              <a:gdLst/>
              <a:ahLst/>
              <a:cxnLst/>
              <a:rect l="l" t="t" r="r" b="b"/>
              <a:pathLst>
                <a:path w="514814" h="514814">
                  <a:moveTo>
                    <a:pt x="0" y="0"/>
                  </a:moveTo>
                  <a:lnTo>
                    <a:pt x="514814" y="0"/>
                  </a:lnTo>
                  <a:lnTo>
                    <a:pt x="514814" y="514814"/>
                  </a:lnTo>
                  <a:lnTo>
                    <a:pt x="0" y="514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2428"/>
              <a:ext cx="9106955" cy="47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  <a:spcBef>
                  <a:spcPct val="0"/>
                </a:spcBef>
              </a:pPr>
              <a:r>
                <a:rPr lang="en-US" sz="2092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@KIHBT.RFTI.HIGHWAYS1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542768" y="9695687"/>
            <a:ext cx="485932" cy="485932"/>
          </a:xfrm>
          <a:custGeom>
            <a:avLst/>
            <a:gdLst/>
            <a:ahLst/>
            <a:cxnLst/>
            <a:rect l="l" t="t" r="r" b="b"/>
            <a:pathLst>
              <a:path w="485932" h="485932">
                <a:moveTo>
                  <a:pt x="0" y="0"/>
                </a:moveTo>
                <a:lnTo>
                  <a:pt x="485932" y="0"/>
                </a:lnTo>
                <a:lnTo>
                  <a:pt x="485932" y="485932"/>
                </a:lnTo>
                <a:lnTo>
                  <a:pt x="0" y="485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3882561" y="9731870"/>
            <a:ext cx="4359800" cy="36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  <a:spcBef>
                <a:spcPct val="0"/>
              </a:spcBef>
            </a:pPr>
            <a:r>
              <a:rPr lang="en-US" sz="209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@HighwaysRfti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63042" y="2104266"/>
            <a:ext cx="13949483" cy="790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4539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1st KIHBT International Research Conference 2026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575080" y="4163344"/>
            <a:ext cx="3950053" cy="3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20th -22nd May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340025" y="3187979"/>
            <a:ext cx="5655650" cy="78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Pride Inn Flamingo Beach 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Resort Mombasa , Kenya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63042" y="3229123"/>
            <a:ext cx="6694871" cy="55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F8A81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THEME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5043" y="3791144"/>
            <a:ext cx="10983044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i="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Enhancing Capacity Building and Skills Development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i="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 Sustainable Road Transport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7138" y="9731870"/>
            <a:ext cx="4359800" cy="36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  <a:spcBef>
                <a:spcPct val="0"/>
              </a:spcBef>
            </a:pPr>
            <a:r>
              <a:rPr lang="en-US" sz="209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www.conference.kihbt.ac.ke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Hammersmith One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 Partners Poster landscape(1920 x 1080 px)</dc:title>
  <cp:lastModifiedBy>Shem Nyangate</cp:lastModifiedBy>
  <cp:revision>4</cp:revision>
  <dcterms:created xsi:type="dcterms:W3CDTF">2006-08-16T00:00:00Z</dcterms:created>
  <dcterms:modified xsi:type="dcterms:W3CDTF">2026-05-21T07:47:24Z</dcterms:modified>
  <dc:identifier>DAHKRkHeBNQ</dc:identifier>
</cp:coreProperties>
</file>