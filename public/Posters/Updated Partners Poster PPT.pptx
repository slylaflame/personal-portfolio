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287000" cy="12852400"/>
  <p:notesSz cx="6858000" cy="9144000"/>
  <p:embeddedFontLst>
    <p:embeddedFont>
      <p:font typeface="Hammersmith One" panose="02010703030501060504" pitchFamily="2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8" d="100"/>
          <a:sy n="48" d="100"/>
        </p:scale>
        <p:origin x="1628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sv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86" y="5080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45" r="-40945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519910" y="6774578"/>
            <a:ext cx="11084196" cy="6463853"/>
            <a:chOff x="0" y="0"/>
            <a:chExt cx="2919294" cy="17024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19294" cy="1702414"/>
            </a:xfrm>
            <a:custGeom>
              <a:avLst/>
              <a:gdLst/>
              <a:ahLst/>
              <a:cxnLst/>
              <a:rect l="l" t="t" r="r" b="b"/>
              <a:pathLst>
                <a:path w="2919294" h="1702414">
                  <a:moveTo>
                    <a:pt x="0" y="0"/>
                  </a:moveTo>
                  <a:lnTo>
                    <a:pt x="2919294" y="0"/>
                  </a:lnTo>
                  <a:lnTo>
                    <a:pt x="2919294" y="1702414"/>
                  </a:lnTo>
                  <a:lnTo>
                    <a:pt x="0" y="170241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95250" cap="sq">
              <a:solidFill>
                <a:srgbClr val="F8A812">
                  <a:alpha val="0"/>
                </a:srgbClr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19294" cy="1740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286" y="12150895"/>
            <a:ext cx="10288286" cy="734159"/>
            <a:chOff x="0" y="0"/>
            <a:chExt cx="2919294" cy="1713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19294" cy="171379"/>
            </a:xfrm>
            <a:custGeom>
              <a:avLst/>
              <a:gdLst/>
              <a:ahLst/>
              <a:cxnLst/>
              <a:rect l="l" t="t" r="r" b="b"/>
              <a:pathLst>
                <a:path w="2919294" h="171379">
                  <a:moveTo>
                    <a:pt x="0" y="0"/>
                  </a:moveTo>
                  <a:lnTo>
                    <a:pt x="2919294" y="0"/>
                  </a:lnTo>
                  <a:lnTo>
                    <a:pt x="2919294" y="171379"/>
                  </a:lnTo>
                  <a:lnTo>
                    <a:pt x="0" y="171379"/>
                  </a:lnTo>
                  <a:close/>
                </a:path>
              </a:pathLst>
            </a:custGeom>
            <a:solidFill>
              <a:srgbClr val="F8A81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919294" cy="209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644716" y="12317133"/>
            <a:ext cx="295593" cy="301625"/>
          </a:xfrm>
          <a:custGeom>
            <a:avLst/>
            <a:gdLst/>
            <a:ahLst/>
            <a:cxnLst/>
            <a:rect l="l" t="t" r="r" b="b"/>
            <a:pathLst>
              <a:path w="295593" h="301625">
                <a:moveTo>
                  <a:pt x="0" y="0"/>
                </a:moveTo>
                <a:lnTo>
                  <a:pt x="295592" y="0"/>
                </a:lnTo>
                <a:lnTo>
                  <a:pt x="295592" y="301625"/>
                </a:lnTo>
                <a:lnTo>
                  <a:pt x="0" y="301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18011" y="5997257"/>
            <a:ext cx="6508606" cy="72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8A812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OUR PARTNERS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660740" y="6315006"/>
            <a:ext cx="1645920" cy="0"/>
          </a:xfrm>
          <a:prstGeom prst="line">
            <a:avLst/>
          </a:prstGeom>
          <a:ln w="38100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8071100" y="6280641"/>
            <a:ext cx="1645920" cy="0"/>
          </a:xfrm>
          <a:prstGeom prst="line">
            <a:avLst/>
          </a:prstGeom>
          <a:ln w="38100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631927" y="12317133"/>
            <a:ext cx="9300432" cy="411851"/>
            <a:chOff x="0" y="0"/>
            <a:chExt cx="12400576" cy="549135"/>
          </a:xfrm>
        </p:grpSpPr>
        <p:sp>
          <p:nvSpPr>
            <p:cNvPr id="19" name="Freeform 19"/>
            <p:cNvSpPr/>
            <p:nvPr/>
          </p:nvSpPr>
          <p:spPr>
            <a:xfrm>
              <a:off x="38418" y="0"/>
              <a:ext cx="527175" cy="527175"/>
            </a:xfrm>
            <a:custGeom>
              <a:avLst/>
              <a:gdLst/>
              <a:ahLst/>
              <a:cxnLst/>
              <a:rect l="l" t="t" r="r" b="b"/>
              <a:pathLst>
                <a:path w="527175" h="527175">
                  <a:moveTo>
                    <a:pt x="0" y="0"/>
                  </a:moveTo>
                  <a:lnTo>
                    <a:pt x="527175" y="0"/>
                  </a:lnTo>
                  <a:lnTo>
                    <a:pt x="527175" y="527175"/>
                  </a:lnTo>
                  <a:lnTo>
                    <a:pt x="0" y="5271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5751897" y="22067"/>
              <a:ext cx="527068" cy="527068"/>
            </a:xfrm>
            <a:custGeom>
              <a:avLst/>
              <a:gdLst/>
              <a:ahLst/>
              <a:cxnLst/>
              <a:rect l="l" t="t" r="r" b="b"/>
              <a:pathLst>
                <a:path w="527068" h="527068">
                  <a:moveTo>
                    <a:pt x="0" y="0"/>
                  </a:moveTo>
                  <a:lnTo>
                    <a:pt x="527068" y="0"/>
                  </a:lnTo>
                  <a:lnTo>
                    <a:pt x="527068" y="527068"/>
                  </a:lnTo>
                  <a:lnTo>
                    <a:pt x="0" y="52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5673220" y="55942"/>
              <a:ext cx="3083973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@kihbt_rfti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16603" y="-6508"/>
              <a:ext cx="3083973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@HighwaysRfti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77956"/>
              <a:ext cx="4831460" cy="386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Hammersmith One"/>
                  <a:ea typeface="Hammersmith One"/>
                  <a:cs typeface="Hammersmith One"/>
                  <a:sym typeface="Hammersmith One"/>
                </a:rPr>
                <a:t>@KIHBT.RFTI.HIGHWAYS1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355403" y="9139052"/>
            <a:ext cx="1266734" cy="1123435"/>
          </a:xfrm>
          <a:custGeom>
            <a:avLst/>
            <a:gdLst/>
            <a:ahLst/>
            <a:cxnLst/>
            <a:rect l="l" t="t" r="r" b="b"/>
            <a:pathLst>
              <a:path w="1266734" h="1123435">
                <a:moveTo>
                  <a:pt x="0" y="0"/>
                </a:moveTo>
                <a:lnTo>
                  <a:pt x="1266734" y="0"/>
                </a:lnTo>
                <a:lnTo>
                  <a:pt x="1266734" y="1123435"/>
                </a:lnTo>
                <a:lnTo>
                  <a:pt x="0" y="1123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42271" y="9290020"/>
            <a:ext cx="1448786" cy="862063"/>
          </a:xfrm>
          <a:custGeom>
            <a:avLst/>
            <a:gdLst/>
            <a:ahLst/>
            <a:cxnLst/>
            <a:rect l="l" t="t" r="r" b="b"/>
            <a:pathLst>
              <a:path w="1448786" h="862063">
                <a:moveTo>
                  <a:pt x="0" y="0"/>
                </a:moveTo>
                <a:lnTo>
                  <a:pt x="1448787" y="0"/>
                </a:lnTo>
                <a:lnTo>
                  <a:pt x="1448787" y="862064"/>
                </a:lnTo>
                <a:lnTo>
                  <a:pt x="0" y="8620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66379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012662" y="9334337"/>
            <a:ext cx="2205320" cy="773430"/>
          </a:xfrm>
          <a:custGeom>
            <a:avLst/>
            <a:gdLst/>
            <a:ahLst/>
            <a:cxnLst/>
            <a:rect l="l" t="t" r="r" b="b"/>
            <a:pathLst>
              <a:path w="2205320" h="773430">
                <a:moveTo>
                  <a:pt x="0" y="0"/>
                </a:moveTo>
                <a:lnTo>
                  <a:pt x="2205320" y="0"/>
                </a:lnTo>
                <a:lnTo>
                  <a:pt x="2205320" y="773430"/>
                </a:lnTo>
                <a:lnTo>
                  <a:pt x="0" y="7734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682186" y="9139780"/>
            <a:ext cx="1162543" cy="1162543"/>
          </a:xfrm>
          <a:custGeom>
            <a:avLst/>
            <a:gdLst/>
            <a:ahLst/>
            <a:cxnLst/>
            <a:rect l="l" t="t" r="r" b="b"/>
            <a:pathLst>
              <a:path w="1162543" h="1162543">
                <a:moveTo>
                  <a:pt x="0" y="0"/>
                </a:moveTo>
                <a:lnTo>
                  <a:pt x="1162543" y="0"/>
                </a:lnTo>
                <a:lnTo>
                  <a:pt x="1162543" y="1162543"/>
                </a:lnTo>
                <a:lnTo>
                  <a:pt x="0" y="11625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607476" y="9179617"/>
            <a:ext cx="1357249" cy="1082870"/>
          </a:xfrm>
          <a:custGeom>
            <a:avLst/>
            <a:gdLst/>
            <a:ahLst/>
            <a:cxnLst/>
            <a:rect l="l" t="t" r="r" b="b"/>
            <a:pathLst>
              <a:path w="1357249" h="1082870">
                <a:moveTo>
                  <a:pt x="0" y="0"/>
                </a:moveTo>
                <a:lnTo>
                  <a:pt x="1357249" y="0"/>
                </a:lnTo>
                <a:lnTo>
                  <a:pt x="1357249" y="1082870"/>
                </a:lnTo>
                <a:lnTo>
                  <a:pt x="0" y="10828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376844" y="10831662"/>
            <a:ext cx="9533313" cy="1086572"/>
            <a:chOff x="0" y="0"/>
            <a:chExt cx="12711084" cy="1448762"/>
          </a:xfrm>
        </p:grpSpPr>
        <p:sp>
          <p:nvSpPr>
            <p:cNvPr id="30" name="Freeform 30"/>
            <p:cNvSpPr/>
            <p:nvPr/>
          </p:nvSpPr>
          <p:spPr>
            <a:xfrm>
              <a:off x="0" y="288997"/>
              <a:ext cx="2192700" cy="870768"/>
            </a:xfrm>
            <a:custGeom>
              <a:avLst/>
              <a:gdLst/>
              <a:ahLst/>
              <a:cxnLst/>
              <a:rect l="l" t="t" r="r" b="b"/>
              <a:pathLst>
                <a:path w="2192700" h="870768">
                  <a:moveTo>
                    <a:pt x="0" y="0"/>
                  </a:moveTo>
                  <a:lnTo>
                    <a:pt x="2192700" y="0"/>
                  </a:lnTo>
                  <a:lnTo>
                    <a:pt x="2192700" y="870768"/>
                  </a:lnTo>
                  <a:lnTo>
                    <a:pt x="0" y="870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75906" b="-75906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>
              <a:off x="10330530" y="68539"/>
              <a:ext cx="2380554" cy="1311685"/>
            </a:xfrm>
            <a:custGeom>
              <a:avLst/>
              <a:gdLst/>
              <a:ahLst/>
              <a:cxnLst/>
              <a:rect l="l" t="t" r="r" b="b"/>
              <a:pathLst>
                <a:path w="2380554" h="1311685">
                  <a:moveTo>
                    <a:pt x="0" y="0"/>
                  </a:moveTo>
                  <a:lnTo>
                    <a:pt x="2380554" y="0"/>
                  </a:lnTo>
                  <a:lnTo>
                    <a:pt x="2380554" y="1311685"/>
                  </a:lnTo>
                  <a:lnTo>
                    <a:pt x="0" y="13116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>
              <a:off x="4735563" y="234942"/>
              <a:ext cx="5151995" cy="978879"/>
            </a:xfrm>
            <a:custGeom>
              <a:avLst/>
              <a:gdLst/>
              <a:ahLst/>
              <a:cxnLst/>
              <a:rect l="l" t="t" r="r" b="b"/>
              <a:pathLst>
                <a:path w="5151995" h="978879">
                  <a:moveTo>
                    <a:pt x="0" y="0"/>
                  </a:moveTo>
                  <a:lnTo>
                    <a:pt x="5151995" y="0"/>
                  </a:lnTo>
                  <a:lnTo>
                    <a:pt x="5151995" y="978879"/>
                  </a:lnTo>
                  <a:lnTo>
                    <a:pt x="0" y="978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2650102" y="0"/>
              <a:ext cx="1476623" cy="1448762"/>
            </a:xfrm>
            <a:custGeom>
              <a:avLst/>
              <a:gdLst/>
              <a:ahLst/>
              <a:cxnLst/>
              <a:rect l="l" t="t" r="r" b="b"/>
              <a:pathLst>
                <a:path w="1476623" h="1448762">
                  <a:moveTo>
                    <a:pt x="0" y="0"/>
                  </a:moveTo>
                  <a:lnTo>
                    <a:pt x="1476623" y="0"/>
                  </a:lnTo>
                  <a:lnTo>
                    <a:pt x="1476623" y="1448762"/>
                  </a:lnTo>
                  <a:lnTo>
                    <a:pt x="0" y="1448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2158916" y="7298818"/>
            <a:ext cx="1367888" cy="1484530"/>
          </a:xfrm>
          <a:custGeom>
            <a:avLst/>
            <a:gdLst/>
            <a:ahLst/>
            <a:cxnLst/>
            <a:rect l="l" t="t" r="r" b="b"/>
            <a:pathLst>
              <a:path w="1367888" h="1484530">
                <a:moveTo>
                  <a:pt x="0" y="0"/>
                </a:moveTo>
                <a:lnTo>
                  <a:pt x="1367888" y="0"/>
                </a:lnTo>
                <a:lnTo>
                  <a:pt x="1367888" y="1484529"/>
                </a:lnTo>
                <a:lnTo>
                  <a:pt x="0" y="14845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24008" y="7480305"/>
            <a:ext cx="1166922" cy="1052247"/>
          </a:xfrm>
          <a:custGeom>
            <a:avLst/>
            <a:gdLst/>
            <a:ahLst/>
            <a:cxnLst/>
            <a:rect l="l" t="t" r="r" b="b"/>
            <a:pathLst>
              <a:path w="1166922" h="1052247">
                <a:moveTo>
                  <a:pt x="0" y="0"/>
                </a:moveTo>
                <a:lnTo>
                  <a:pt x="1166922" y="0"/>
                </a:lnTo>
                <a:lnTo>
                  <a:pt x="1166922" y="1052247"/>
                </a:lnTo>
                <a:lnTo>
                  <a:pt x="0" y="10522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6697" b="-6697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472089" y="7452102"/>
            <a:ext cx="1290903" cy="1108654"/>
          </a:xfrm>
          <a:custGeom>
            <a:avLst/>
            <a:gdLst/>
            <a:ahLst/>
            <a:cxnLst/>
            <a:rect l="l" t="t" r="r" b="b"/>
            <a:pathLst>
              <a:path w="1290903" h="1108654">
                <a:moveTo>
                  <a:pt x="0" y="0"/>
                </a:moveTo>
                <a:lnTo>
                  <a:pt x="1290903" y="0"/>
                </a:lnTo>
                <a:lnTo>
                  <a:pt x="1290903" y="1108654"/>
                </a:lnTo>
                <a:lnTo>
                  <a:pt x="0" y="110865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5648" r="-640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416673" y="7480305"/>
            <a:ext cx="1367518" cy="1121554"/>
          </a:xfrm>
          <a:custGeom>
            <a:avLst/>
            <a:gdLst/>
            <a:ahLst/>
            <a:cxnLst/>
            <a:rect l="l" t="t" r="r" b="b"/>
            <a:pathLst>
              <a:path w="1367518" h="1121554">
                <a:moveTo>
                  <a:pt x="0" y="0"/>
                </a:moveTo>
                <a:lnTo>
                  <a:pt x="1367518" y="0"/>
                </a:lnTo>
                <a:lnTo>
                  <a:pt x="1367518" y="1121555"/>
                </a:lnTo>
                <a:lnTo>
                  <a:pt x="0" y="112155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4145929" y="7264164"/>
            <a:ext cx="1654430" cy="1654430"/>
          </a:xfrm>
          <a:custGeom>
            <a:avLst/>
            <a:gdLst/>
            <a:ahLst/>
            <a:cxnLst/>
            <a:rect l="l" t="t" r="r" b="b"/>
            <a:pathLst>
              <a:path w="1654430" h="1654430">
                <a:moveTo>
                  <a:pt x="0" y="0"/>
                </a:moveTo>
                <a:lnTo>
                  <a:pt x="1654430" y="0"/>
                </a:lnTo>
                <a:lnTo>
                  <a:pt x="1654430" y="1654430"/>
                </a:lnTo>
                <a:lnTo>
                  <a:pt x="0" y="16544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547590" y="1789838"/>
            <a:ext cx="7346470" cy="311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6000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1</a:t>
            </a:r>
            <a:r>
              <a:rPr lang="en-US" sz="6000" baseline="30000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st</a:t>
            </a:r>
            <a:r>
              <a:rPr lang="en-US" sz="6000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 KIHBT International  </a:t>
            </a:r>
          </a:p>
          <a:p>
            <a:pPr algn="ctr">
              <a:lnSpc>
                <a:spcPts val="6020"/>
              </a:lnSpc>
            </a:pPr>
            <a:r>
              <a:rPr lang="en-US" sz="6000" dirty="0">
                <a:solidFill>
                  <a:srgbClr val="000000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Research Conference 2026                      </a:t>
            </a:r>
          </a:p>
        </p:txBody>
      </p:sp>
      <p:sp>
        <p:nvSpPr>
          <p:cNvPr id="48" name="AutoShape 48"/>
          <p:cNvSpPr/>
          <p:nvPr/>
        </p:nvSpPr>
        <p:spPr>
          <a:xfrm>
            <a:off x="376844" y="6848406"/>
            <a:ext cx="9533313" cy="0"/>
          </a:xfrm>
          <a:prstGeom prst="line">
            <a:avLst/>
          </a:prstGeom>
          <a:ln w="38100" cap="flat">
            <a:solidFill>
              <a:srgbClr val="F8A81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535EE1D-C784-C23E-3554-20BEA83EFB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18"/>
            <a:ext cx="10285714" cy="1428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Hammersmith One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Updated Partners Poster</dc:title>
  <dc:creator>user</dc:creator>
  <cp:lastModifiedBy>Shem Nyangate</cp:lastModifiedBy>
  <cp:revision>3</cp:revision>
  <dcterms:created xsi:type="dcterms:W3CDTF">2006-08-16T00:00:00Z</dcterms:created>
  <dcterms:modified xsi:type="dcterms:W3CDTF">2026-05-19T13:14:31Z</dcterms:modified>
  <dc:identifier>DAHIyyuyA-w</dc:identifier>
</cp:coreProperties>
</file>